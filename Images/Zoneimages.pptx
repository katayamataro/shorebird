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DE23DC-0D6A-4729-85E0-A2EB5CA0D342}" v="26" dt="2026-04-02T18:57:45.9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>
        <p:scale>
          <a:sx n="160" d="100"/>
          <a:sy n="160" d="100"/>
        </p:scale>
        <p:origin x="-318" y="-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tayama, Taro" userId="b60802ce-9791-410e-b326-8bf768bc1b51" providerId="ADAL" clId="{7BDBB318-C582-4C10-8390-83E7CE8F0F75}"/>
    <pc:docChg chg="undo custSel addSld modSld">
      <pc:chgData name="Katayama, Taro" userId="b60802ce-9791-410e-b326-8bf768bc1b51" providerId="ADAL" clId="{7BDBB318-C582-4C10-8390-83E7CE8F0F75}" dt="2026-04-02T19:05:14.604" v="475" actId="1076"/>
      <pc:docMkLst>
        <pc:docMk/>
      </pc:docMkLst>
      <pc:sldChg chg="addSp modSp mod">
        <pc:chgData name="Katayama, Taro" userId="b60802ce-9791-410e-b326-8bf768bc1b51" providerId="ADAL" clId="{7BDBB318-C582-4C10-8390-83E7CE8F0F75}" dt="2026-04-02T19:05:14.604" v="475" actId="1076"/>
        <pc:sldMkLst>
          <pc:docMk/>
          <pc:sldMk cId="3793551538" sldId="256"/>
        </pc:sldMkLst>
        <pc:spChg chg="mod">
          <ac:chgData name="Katayama, Taro" userId="b60802ce-9791-410e-b326-8bf768bc1b51" providerId="ADAL" clId="{7BDBB318-C582-4C10-8390-83E7CE8F0F75}" dt="2026-04-02T19:05:14.604" v="475" actId="1076"/>
          <ac:spMkLst>
            <pc:docMk/>
            <pc:sldMk cId="3793551538" sldId="256"/>
            <ac:spMk id="17" creationId="{EEB43761-4DC5-9700-52B2-BE2A09F56EE7}"/>
          </ac:spMkLst>
        </pc:spChg>
        <pc:spChg chg="mod">
          <ac:chgData name="Katayama, Taro" userId="b60802ce-9791-410e-b326-8bf768bc1b51" providerId="ADAL" clId="{7BDBB318-C582-4C10-8390-83E7CE8F0F75}" dt="2026-04-02T19:05:04.171" v="473" actId="1076"/>
          <ac:spMkLst>
            <pc:docMk/>
            <pc:sldMk cId="3793551538" sldId="256"/>
            <ac:spMk id="18" creationId="{7E9780F9-BD87-7055-59D3-2CE4240F850B}"/>
          </ac:spMkLst>
        </pc:spChg>
        <pc:spChg chg="mod">
          <ac:chgData name="Katayama, Taro" userId="b60802ce-9791-410e-b326-8bf768bc1b51" providerId="ADAL" clId="{7BDBB318-C582-4C10-8390-83E7CE8F0F75}" dt="2026-04-02T18:43:39.654" v="12" actId="113"/>
          <ac:spMkLst>
            <pc:docMk/>
            <pc:sldMk cId="3793551538" sldId="256"/>
            <ac:spMk id="22" creationId="{03B460AE-A78D-5784-26EF-DB3E1DBD3022}"/>
          </ac:spMkLst>
        </pc:spChg>
        <pc:spChg chg="mod">
          <ac:chgData name="Katayama, Taro" userId="b60802ce-9791-410e-b326-8bf768bc1b51" providerId="ADAL" clId="{7BDBB318-C582-4C10-8390-83E7CE8F0F75}" dt="2026-04-02T18:42:20.154" v="0" actId="164"/>
          <ac:spMkLst>
            <pc:docMk/>
            <pc:sldMk cId="3793551538" sldId="256"/>
            <ac:spMk id="24" creationId="{C9CCBAD7-C80E-F619-42F8-0D1BF8BB0301}"/>
          </ac:spMkLst>
        </pc:spChg>
        <pc:grpChg chg="mod">
          <ac:chgData name="Katayama, Taro" userId="b60802ce-9791-410e-b326-8bf768bc1b51" providerId="ADAL" clId="{7BDBB318-C582-4C10-8390-83E7CE8F0F75}" dt="2026-04-02T18:42:20.154" v="0" actId="164"/>
          <ac:grpSpMkLst>
            <pc:docMk/>
            <pc:sldMk cId="3793551538" sldId="256"/>
            <ac:grpSpMk id="23" creationId="{F03310F7-7ED5-2F99-7AB0-CBB60198256B}"/>
          </ac:grpSpMkLst>
        </pc:grpChg>
        <pc:grpChg chg="add mod">
          <ac:chgData name="Katayama, Taro" userId="b60802ce-9791-410e-b326-8bf768bc1b51" providerId="ADAL" clId="{7BDBB318-C582-4C10-8390-83E7CE8F0F75}" dt="2026-04-02T18:42:20.154" v="0" actId="164"/>
          <ac:grpSpMkLst>
            <pc:docMk/>
            <pc:sldMk cId="3793551538" sldId="256"/>
            <ac:grpSpMk id="25" creationId="{CA0B3E0C-9679-A3ED-C547-54A6B6A4727C}"/>
          </ac:grpSpMkLst>
        </pc:grpChg>
      </pc:sldChg>
      <pc:sldChg chg="addSp delSp modSp mod">
        <pc:chgData name="Katayama, Taro" userId="b60802ce-9791-410e-b326-8bf768bc1b51" providerId="ADAL" clId="{7BDBB318-C582-4C10-8390-83E7CE8F0F75}" dt="2026-04-02T18:51:06.550" v="210" actId="14100"/>
        <pc:sldMkLst>
          <pc:docMk/>
          <pc:sldMk cId="1193000460" sldId="257"/>
        </pc:sldMkLst>
        <pc:spChg chg="mod">
          <ac:chgData name="Katayama, Taro" userId="b60802ce-9791-410e-b326-8bf768bc1b51" providerId="ADAL" clId="{7BDBB318-C582-4C10-8390-83E7CE8F0F75}" dt="2026-04-02T18:50:56.929" v="208" actId="404"/>
          <ac:spMkLst>
            <pc:docMk/>
            <pc:sldMk cId="1193000460" sldId="257"/>
            <ac:spMk id="6" creationId="{B688D10D-E897-9AF3-C0B7-E948B67C8E09}"/>
          </ac:spMkLst>
        </pc:spChg>
        <pc:spChg chg="mod">
          <ac:chgData name="Katayama, Taro" userId="b60802ce-9791-410e-b326-8bf768bc1b51" providerId="ADAL" clId="{7BDBB318-C582-4C10-8390-83E7CE8F0F75}" dt="2026-04-02T18:51:06.550" v="210" actId="14100"/>
          <ac:spMkLst>
            <pc:docMk/>
            <pc:sldMk cId="1193000460" sldId="257"/>
            <ac:spMk id="11" creationId="{E77CF841-5089-E950-0334-DF98F107BF5A}"/>
          </ac:spMkLst>
        </pc:spChg>
        <pc:spChg chg="mod">
          <ac:chgData name="Katayama, Taro" userId="b60802ce-9791-410e-b326-8bf768bc1b51" providerId="ADAL" clId="{7BDBB318-C582-4C10-8390-83E7CE8F0F75}" dt="2026-04-02T18:51:04.611" v="209" actId="14100"/>
          <ac:spMkLst>
            <pc:docMk/>
            <pc:sldMk cId="1193000460" sldId="257"/>
            <ac:spMk id="12" creationId="{BD807D3C-7E9E-2CDE-1B52-3168E69DA613}"/>
          </ac:spMkLst>
        </pc:spChg>
        <pc:spChg chg="add del">
          <ac:chgData name="Katayama, Taro" userId="b60802ce-9791-410e-b326-8bf768bc1b51" providerId="ADAL" clId="{7BDBB318-C582-4C10-8390-83E7CE8F0F75}" dt="2026-04-02T18:43:02.118" v="2" actId="11529"/>
          <ac:spMkLst>
            <pc:docMk/>
            <pc:sldMk cId="1193000460" sldId="257"/>
            <ac:spMk id="15" creationId="{F30B5A6E-62EB-5000-8C46-630F2E0BD390}"/>
          </ac:spMkLst>
        </pc:spChg>
        <pc:spChg chg="add del mod">
          <ac:chgData name="Katayama, Taro" userId="b60802ce-9791-410e-b326-8bf768bc1b51" providerId="ADAL" clId="{7BDBB318-C582-4C10-8390-83E7CE8F0F75}" dt="2026-04-02T18:43:29.412" v="11"/>
          <ac:spMkLst>
            <pc:docMk/>
            <pc:sldMk cId="1193000460" sldId="257"/>
            <ac:spMk id="18" creationId="{3A2C5BAB-0901-A44C-AB38-45DD2F236C67}"/>
          </ac:spMkLst>
        </pc:spChg>
        <pc:spChg chg="add mod">
          <ac:chgData name="Katayama, Taro" userId="b60802ce-9791-410e-b326-8bf768bc1b51" providerId="ADAL" clId="{7BDBB318-C582-4C10-8390-83E7CE8F0F75}" dt="2026-04-02T18:44:58.661" v="21" actId="1076"/>
          <ac:spMkLst>
            <pc:docMk/>
            <pc:sldMk cId="1193000460" sldId="257"/>
            <ac:spMk id="20" creationId="{BC6ABCBB-1739-FA5C-BF29-ADDFA3FA85B3}"/>
          </ac:spMkLst>
        </pc:spChg>
        <pc:grpChg chg="mod">
          <ac:chgData name="Katayama, Taro" userId="b60802ce-9791-410e-b326-8bf768bc1b51" providerId="ADAL" clId="{7BDBB318-C582-4C10-8390-83E7CE8F0F75}" dt="2026-04-02T18:44:36.216" v="16" actId="1076"/>
          <ac:grpSpMkLst>
            <pc:docMk/>
            <pc:sldMk cId="1193000460" sldId="257"/>
            <ac:grpSpMk id="13" creationId="{5F01D110-CE04-BD84-7000-E5FE5C675B64}"/>
          </ac:grpSpMkLst>
        </pc:grpChg>
        <pc:grpChg chg="mod">
          <ac:chgData name="Katayama, Taro" userId="b60802ce-9791-410e-b326-8bf768bc1b51" providerId="ADAL" clId="{7BDBB318-C582-4C10-8390-83E7CE8F0F75}" dt="2026-04-02T18:44:36.216" v="16" actId="1076"/>
          <ac:grpSpMkLst>
            <pc:docMk/>
            <pc:sldMk cId="1193000460" sldId="257"/>
            <ac:grpSpMk id="14" creationId="{B5CA527F-8D22-5F0F-6C9E-581A76B3F9FE}"/>
          </ac:grpSpMkLst>
        </pc:grpChg>
        <pc:grpChg chg="add mod">
          <ac:chgData name="Katayama, Taro" userId="b60802ce-9791-410e-b326-8bf768bc1b51" providerId="ADAL" clId="{7BDBB318-C582-4C10-8390-83E7CE8F0F75}" dt="2026-04-02T18:44:36.216" v="16" actId="1076"/>
          <ac:grpSpMkLst>
            <pc:docMk/>
            <pc:sldMk cId="1193000460" sldId="257"/>
            <ac:grpSpMk id="21" creationId="{CB497E51-DDA4-198B-A32E-46591987710D}"/>
          </ac:grpSpMkLst>
        </pc:grpChg>
        <pc:picChg chg="mod">
          <ac:chgData name="Katayama, Taro" userId="b60802ce-9791-410e-b326-8bf768bc1b51" providerId="ADAL" clId="{7BDBB318-C582-4C10-8390-83E7CE8F0F75}" dt="2026-04-02T18:44:36.216" v="16" actId="1076"/>
          <ac:picMkLst>
            <pc:docMk/>
            <pc:sldMk cId="1193000460" sldId="257"/>
            <ac:picMk id="2051" creationId="{1EE5FD17-9AD9-B6A1-3374-0B04126B3573}"/>
          </ac:picMkLst>
        </pc:picChg>
        <pc:cxnChg chg="mod">
          <ac:chgData name="Katayama, Taro" userId="b60802ce-9791-410e-b326-8bf768bc1b51" providerId="ADAL" clId="{7BDBB318-C582-4C10-8390-83E7CE8F0F75}" dt="2026-04-02T18:44:36.216" v="16" actId="1076"/>
          <ac:cxnSpMkLst>
            <pc:docMk/>
            <pc:sldMk cId="1193000460" sldId="257"/>
            <ac:cxnSpMk id="10" creationId="{61C4B996-B84C-5C10-081D-FA9AA24E2802}"/>
          </ac:cxnSpMkLst>
        </pc:cxnChg>
        <pc:cxnChg chg="add mod">
          <ac:chgData name="Katayama, Taro" userId="b60802ce-9791-410e-b326-8bf768bc1b51" providerId="ADAL" clId="{7BDBB318-C582-4C10-8390-83E7CE8F0F75}" dt="2026-04-02T18:44:36.216" v="16" actId="1076"/>
          <ac:cxnSpMkLst>
            <pc:docMk/>
            <pc:sldMk cId="1193000460" sldId="257"/>
            <ac:cxnSpMk id="17" creationId="{F4FAB0C7-7531-4D9D-D6AD-1BE88CC0C35A}"/>
          </ac:cxnSpMkLst>
        </pc:cxnChg>
      </pc:sldChg>
      <pc:sldChg chg="addSp modSp new mod">
        <pc:chgData name="Katayama, Taro" userId="b60802ce-9791-410e-b326-8bf768bc1b51" providerId="ADAL" clId="{7BDBB318-C582-4C10-8390-83E7CE8F0F75}" dt="2026-04-02T18:50:38.657" v="205" actId="404"/>
        <pc:sldMkLst>
          <pc:docMk/>
          <pc:sldMk cId="460649463" sldId="258"/>
        </pc:sldMkLst>
        <pc:spChg chg="add mod">
          <ac:chgData name="Katayama, Taro" userId="b60802ce-9791-410e-b326-8bf768bc1b51" providerId="ADAL" clId="{7BDBB318-C582-4C10-8390-83E7CE8F0F75}" dt="2026-04-02T18:50:38.657" v="205" actId="404"/>
          <ac:spMkLst>
            <pc:docMk/>
            <pc:sldMk cId="460649463" sldId="258"/>
            <ac:spMk id="2" creationId="{E814D532-C146-61CE-B66A-3703F75F0269}"/>
          </ac:spMkLst>
        </pc:spChg>
        <pc:spChg chg="add mod">
          <ac:chgData name="Katayama, Taro" userId="b60802ce-9791-410e-b326-8bf768bc1b51" providerId="ADAL" clId="{7BDBB318-C582-4C10-8390-83E7CE8F0F75}" dt="2026-04-02T18:50:36.020" v="204" actId="404"/>
          <ac:spMkLst>
            <pc:docMk/>
            <pc:sldMk cId="460649463" sldId="258"/>
            <ac:spMk id="5" creationId="{17A480DB-244D-B991-BB7D-47407E6F50C9}"/>
          </ac:spMkLst>
        </pc:spChg>
        <pc:spChg chg="add mod">
          <ac:chgData name="Katayama, Taro" userId="b60802ce-9791-410e-b326-8bf768bc1b51" providerId="ADAL" clId="{7BDBB318-C582-4C10-8390-83E7CE8F0F75}" dt="2026-04-02T18:49:03.053" v="195" actId="164"/>
          <ac:spMkLst>
            <pc:docMk/>
            <pc:sldMk cId="460649463" sldId="258"/>
            <ac:spMk id="6" creationId="{23C85D4E-DCF8-737D-8A92-E9906C4D83C7}"/>
          </ac:spMkLst>
        </pc:spChg>
        <pc:spChg chg="add mod">
          <ac:chgData name="Katayama, Taro" userId="b60802ce-9791-410e-b326-8bf768bc1b51" providerId="ADAL" clId="{7BDBB318-C582-4C10-8390-83E7CE8F0F75}" dt="2026-04-02T18:49:03.053" v="195" actId="164"/>
          <ac:spMkLst>
            <pc:docMk/>
            <pc:sldMk cId="460649463" sldId="258"/>
            <ac:spMk id="7" creationId="{7DCCFABC-EB09-719F-90BD-0369E1ACF07D}"/>
          </ac:spMkLst>
        </pc:spChg>
        <pc:spChg chg="add mod">
          <ac:chgData name="Katayama, Taro" userId="b60802ce-9791-410e-b326-8bf768bc1b51" providerId="ADAL" clId="{7BDBB318-C582-4C10-8390-83E7CE8F0F75}" dt="2026-04-02T18:49:03.053" v="195" actId="164"/>
          <ac:spMkLst>
            <pc:docMk/>
            <pc:sldMk cId="460649463" sldId="258"/>
            <ac:spMk id="9" creationId="{C7894522-0D54-7E7B-0B84-BE47A4F2D9E5}"/>
          </ac:spMkLst>
        </pc:spChg>
        <pc:grpChg chg="add mod">
          <ac:chgData name="Katayama, Taro" userId="b60802ce-9791-410e-b326-8bf768bc1b51" providerId="ADAL" clId="{7BDBB318-C582-4C10-8390-83E7CE8F0F75}" dt="2026-04-02T18:49:12.531" v="196" actId="164"/>
          <ac:grpSpMkLst>
            <pc:docMk/>
            <pc:sldMk cId="460649463" sldId="258"/>
            <ac:grpSpMk id="10" creationId="{5CED2F0B-F52D-BBFA-1424-4C0BD80E5BBD}"/>
          </ac:grpSpMkLst>
        </pc:grpChg>
        <pc:grpChg chg="add mod">
          <ac:chgData name="Katayama, Taro" userId="b60802ce-9791-410e-b326-8bf768bc1b51" providerId="ADAL" clId="{7BDBB318-C582-4C10-8390-83E7CE8F0F75}" dt="2026-04-02T18:49:12.531" v="196" actId="164"/>
          <ac:grpSpMkLst>
            <pc:docMk/>
            <pc:sldMk cId="460649463" sldId="258"/>
            <ac:grpSpMk id="11" creationId="{6BD809C2-B957-8FEA-A1B8-60994650616F}"/>
          </ac:grpSpMkLst>
        </pc:grpChg>
        <pc:picChg chg="add mod">
          <ac:chgData name="Katayama, Taro" userId="b60802ce-9791-410e-b326-8bf768bc1b51" providerId="ADAL" clId="{7BDBB318-C582-4C10-8390-83E7CE8F0F75}" dt="2026-04-02T18:49:12.531" v="196" actId="164"/>
          <ac:picMkLst>
            <pc:docMk/>
            <pc:sldMk cId="460649463" sldId="258"/>
            <ac:picMk id="3074" creationId="{C3C952CB-38F3-B6D8-8B55-96C29BF9A59C}"/>
          </ac:picMkLst>
        </pc:picChg>
        <pc:cxnChg chg="add mod">
          <ac:chgData name="Katayama, Taro" userId="b60802ce-9791-410e-b326-8bf768bc1b51" providerId="ADAL" clId="{7BDBB318-C582-4C10-8390-83E7CE8F0F75}" dt="2026-04-02T18:49:03.053" v="195" actId="164"/>
          <ac:cxnSpMkLst>
            <pc:docMk/>
            <pc:sldMk cId="460649463" sldId="258"/>
            <ac:cxnSpMk id="3" creationId="{00E6AA70-DF44-E6D1-C559-5E86C6D103AF}"/>
          </ac:cxnSpMkLst>
        </pc:cxnChg>
        <pc:cxnChg chg="add mod">
          <ac:chgData name="Katayama, Taro" userId="b60802ce-9791-410e-b326-8bf768bc1b51" providerId="ADAL" clId="{7BDBB318-C582-4C10-8390-83E7CE8F0F75}" dt="2026-04-02T18:49:03.053" v="195" actId="164"/>
          <ac:cxnSpMkLst>
            <pc:docMk/>
            <pc:sldMk cId="460649463" sldId="258"/>
            <ac:cxnSpMk id="8" creationId="{814486A9-A551-B03A-C65B-12AD8DAE33E4}"/>
          </ac:cxnSpMkLst>
        </pc:cxnChg>
      </pc:sldChg>
      <pc:sldChg chg="addSp delSp modSp new mod">
        <pc:chgData name="Katayama, Taro" userId="b60802ce-9791-410e-b326-8bf768bc1b51" providerId="ADAL" clId="{7BDBB318-C582-4C10-8390-83E7CE8F0F75}" dt="2026-04-02T18:57:45.994" v="466" actId="164"/>
        <pc:sldMkLst>
          <pc:docMk/>
          <pc:sldMk cId="3767391283" sldId="259"/>
        </pc:sldMkLst>
        <pc:spChg chg="add mod">
          <ac:chgData name="Katayama, Taro" userId="b60802ce-9791-410e-b326-8bf768bc1b51" providerId="ADAL" clId="{7BDBB318-C582-4C10-8390-83E7CE8F0F75}" dt="2026-04-02T18:57:36.964" v="465" actId="164"/>
          <ac:spMkLst>
            <pc:docMk/>
            <pc:sldMk cId="3767391283" sldId="259"/>
            <ac:spMk id="3" creationId="{7908F766-BA58-E86B-5C79-168BF7825A29}"/>
          </ac:spMkLst>
        </pc:spChg>
        <pc:spChg chg="add del mod">
          <ac:chgData name="Katayama, Taro" userId="b60802ce-9791-410e-b326-8bf768bc1b51" providerId="ADAL" clId="{7BDBB318-C582-4C10-8390-83E7CE8F0F75}" dt="2026-04-02T18:55:49.544" v="449" actId="478"/>
          <ac:spMkLst>
            <pc:docMk/>
            <pc:sldMk cId="3767391283" sldId="259"/>
            <ac:spMk id="4" creationId="{DA3952E9-C9E3-974F-D0D7-EF85FFC2A589}"/>
          </ac:spMkLst>
        </pc:spChg>
        <pc:spChg chg="add mod">
          <ac:chgData name="Katayama, Taro" userId="b60802ce-9791-410e-b326-8bf768bc1b51" providerId="ADAL" clId="{7BDBB318-C582-4C10-8390-83E7CE8F0F75}" dt="2026-04-02T18:57:36.964" v="465" actId="164"/>
          <ac:spMkLst>
            <pc:docMk/>
            <pc:sldMk cId="3767391283" sldId="259"/>
            <ac:spMk id="8" creationId="{139E3961-60B0-330C-D0AC-DFE05F95A607}"/>
          </ac:spMkLst>
        </pc:spChg>
        <pc:spChg chg="add mod">
          <ac:chgData name="Katayama, Taro" userId="b60802ce-9791-410e-b326-8bf768bc1b51" providerId="ADAL" clId="{7BDBB318-C582-4C10-8390-83E7CE8F0F75}" dt="2026-04-02T18:57:10.668" v="462" actId="1076"/>
          <ac:spMkLst>
            <pc:docMk/>
            <pc:sldMk cId="3767391283" sldId="259"/>
            <ac:spMk id="11" creationId="{6A9CAB06-1F41-FB0C-6CCF-6EA0FE93F25D}"/>
          </ac:spMkLst>
        </pc:spChg>
        <pc:spChg chg="add mod">
          <ac:chgData name="Katayama, Taro" userId="b60802ce-9791-410e-b326-8bf768bc1b51" providerId="ADAL" clId="{7BDBB318-C582-4C10-8390-83E7CE8F0F75}" dt="2026-04-02T18:57:36.964" v="465" actId="164"/>
          <ac:spMkLst>
            <pc:docMk/>
            <pc:sldMk cId="3767391283" sldId="259"/>
            <ac:spMk id="12" creationId="{9EED755A-73E1-A124-1774-B6E042C3D821}"/>
          </ac:spMkLst>
        </pc:spChg>
        <pc:grpChg chg="add mod">
          <ac:chgData name="Katayama, Taro" userId="b60802ce-9791-410e-b326-8bf768bc1b51" providerId="ADAL" clId="{7BDBB318-C582-4C10-8390-83E7CE8F0F75}" dt="2026-04-02T18:57:45.994" v="466" actId="164"/>
          <ac:grpSpMkLst>
            <pc:docMk/>
            <pc:sldMk cId="3767391283" sldId="259"/>
            <ac:grpSpMk id="13" creationId="{E1C84297-E498-764C-6E13-B6DB35C81351}"/>
          </ac:grpSpMkLst>
        </pc:grpChg>
        <pc:grpChg chg="add mod">
          <ac:chgData name="Katayama, Taro" userId="b60802ce-9791-410e-b326-8bf768bc1b51" providerId="ADAL" clId="{7BDBB318-C582-4C10-8390-83E7CE8F0F75}" dt="2026-04-02T18:57:45.994" v="466" actId="164"/>
          <ac:grpSpMkLst>
            <pc:docMk/>
            <pc:sldMk cId="3767391283" sldId="259"/>
            <ac:grpSpMk id="14" creationId="{63792A66-FFEA-1E80-883A-8453F5400049}"/>
          </ac:grpSpMkLst>
        </pc:grpChg>
        <pc:picChg chg="add del">
          <ac:chgData name="Katayama, Taro" userId="b60802ce-9791-410e-b326-8bf768bc1b51" providerId="ADAL" clId="{7BDBB318-C582-4C10-8390-83E7CE8F0F75}" dt="2026-04-02T18:53:02.229" v="215" actId="478"/>
          <ac:picMkLst>
            <pc:docMk/>
            <pc:sldMk cId="3767391283" sldId="259"/>
            <ac:picMk id="2" creationId="{CA41FA97-1A5F-EA3B-99E1-9B5E83204211}"/>
          </ac:picMkLst>
        </pc:picChg>
        <pc:picChg chg="add mod">
          <ac:chgData name="Katayama, Taro" userId="b60802ce-9791-410e-b326-8bf768bc1b51" providerId="ADAL" clId="{7BDBB318-C582-4C10-8390-83E7CE8F0F75}" dt="2026-04-02T18:57:45.994" v="466" actId="164"/>
          <ac:picMkLst>
            <pc:docMk/>
            <pc:sldMk cId="3767391283" sldId="259"/>
            <ac:picMk id="4098" creationId="{F3546929-4B92-ED1D-1D41-FA70FEC97D3D}"/>
          </ac:picMkLst>
        </pc:picChg>
        <pc:cxnChg chg="add mod">
          <ac:chgData name="Katayama, Taro" userId="b60802ce-9791-410e-b326-8bf768bc1b51" providerId="ADAL" clId="{7BDBB318-C582-4C10-8390-83E7CE8F0F75}" dt="2026-04-02T18:57:36.964" v="465" actId="164"/>
          <ac:cxnSpMkLst>
            <pc:docMk/>
            <pc:sldMk cId="3767391283" sldId="259"/>
            <ac:cxnSpMk id="5" creationId="{565051AB-8618-81CD-EAF6-727BEB975BEE}"/>
          </ac:cxnSpMkLst>
        </pc:cxnChg>
        <pc:cxnChg chg="add mod">
          <ac:chgData name="Katayama, Taro" userId="b60802ce-9791-410e-b326-8bf768bc1b51" providerId="ADAL" clId="{7BDBB318-C582-4C10-8390-83E7CE8F0F75}" dt="2026-04-02T18:57:36.964" v="465" actId="164"/>
          <ac:cxnSpMkLst>
            <pc:docMk/>
            <pc:sldMk cId="3767391283" sldId="259"/>
            <ac:cxnSpMk id="7" creationId="{4A70934C-4174-4E44-509B-913EB68AF388}"/>
          </ac:cxnSpMkLst>
        </pc:cxnChg>
        <pc:cxnChg chg="add mod">
          <ac:chgData name="Katayama, Taro" userId="b60802ce-9791-410e-b326-8bf768bc1b51" providerId="ADAL" clId="{7BDBB318-C582-4C10-8390-83E7CE8F0F75}" dt="2026-04-02T18:57:10.668" v="462" actId="1076"/>
          <ac:cxnSpMkLst>
            <pc:docMk/>
            <pc:sldMk cId="3767391283" sldId="259"/>
            <ac:cxnSpMk id="10" creationId="{8E7087CB-C0C4-BE17-F2B1-85170FDC666D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0FD25-E2C9-5E4E-1F8E-F7F615CCD1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8A00BC-30AB-E547-4529-1A0A347FA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86BBBD-1C3C-A90C-D761-81400AFDE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CFDF-CFBE-4CBA-A48D-0C4859D2B30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3F4120-EF05-3372-6567-A247F0345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EF8F4-C2FF-7CCB-962C-9FFC29008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595F3-828C-40B6-8344-E46007C41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491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156A2-C93F-693D-8200-283615FF9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5E7F5-94EF-E213-B3AD-8BD76A2501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048E8E-485A-6425-3675-93775D59E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CFDF-CFBE-4CBA-A48D-0C4859D2B30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9E478-9474-94E4-7AE2-11D8D4927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346D79-05AC-DB0E-6746-24DC7DC17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595F3-828C-40B6-8344-E46007C41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301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C1F6E-6A86-7249-A925-5F65BF2BB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8F2CD7-34F2-4058-4074-FCB89CC195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B1A30C-7C3D-D96B-3A36-D654CB57A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CFDF-CFBE-4CBA-A48D-0C4859D2B30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37E40-8DB2-9049-8953-7652EE55C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252D2D-799E-815B-EC07-4BF5EDE5E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595F3-828C-40B6-8344-E46007C41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067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74428-A640-306C-4894-DAC4B3A13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D4A3F-CEAC-0540-DE7A-CEC5071F81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D63DD9-6B3F-0B3E-7F86-E5A866842C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6CF13D-4A79-647C-EEDE-F9717EE77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CFDF-CFBE-4CBA-A48D-0C4859D2B30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441874-D052-3033-24B3-0B02877E5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1D3840-21FA-57B3-C942-C5D933B05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595F3-828C-40B6-8344-E46007C41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560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F0909-A28C-5947-C205-1BFB4689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F1DB01-AE29-858D-DF7F-81F3C7B9BE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1EAA4D-3447-4842-B2B5-B89FD0FE65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653852-4F0D-4AE9-086B-8A75989463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D80CC0-5A13-938C-C95D-F28C658556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C1A1E3-750D-B30C-54A8-A9F952BEC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CFDF-CFBE-4CBA-A48D-0C4859D2B30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CCF4E7-978C-1CC1-EF6A-BE5A71F5A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190237-EEDC-D339-4420-0EBA78619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595F3-828C-40B6-8344-E46007C41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124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2A147-C9D9-3FD2-46BA-C5E8CA7CD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D8DDB8-969B-9F17-5D98-99AAFC1DD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CFDF-CFBE-4CBA-A48D-0C4859D2B30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8046F2-610C-EA59-4B74-04284A473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D8AF62-6EFE-EED7-AB74-B775C085C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595F3-828C-40B6-8344-E46007C41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732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2FED64-F3D0-2F67-EACE-890752AD6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CFDF-CFBE-4CBA-A48D-0C4859D2B30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09F51D-933A-EE1D-3690-6A836C3B0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1D27CC-E735-FA0A-2B8E-BA1EE60EF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595F3-828C-40B6-8344-E46007C41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432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2067E-75C2-976A-7933-35E9C58B1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493F1-6CF3-2A3D-9146-D3F29E718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03B86A-0CE9-4FD9-FC0D-30533E52C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5F0E11-6EB8-2503-1B52-DC518A9BE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CFDF-CFBE-4CBA-A48D-0C4859D2B30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782EF4-0020-2218-F349-4E57CD2D2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4AF579-BF2D-F26A-6AA4-E1AB05C8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595F3-828C-40B6-8344-E46007C41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187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62C2F-C80B-5DC7-FA8E-422FD3583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07DD40-CDBB-1E88-A24A-0B206181F5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FED16D-0304-D899-BAF5-792765FE83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245CE6-FD41-C93C-F213-3F4BCF18E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CFDF-CFBE-4CBA-A48D-0C4859D2B30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C233B-5E59-4DEA-806E-B664A7A73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ACA0C7-ECCD-2B77-481A-572275081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595F3-828C-40B6-8344-E46007C41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415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49C48-1A59-AA69-B3DA-97CBA48BA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87F372-86C7-6D2C-A0DC-D236E2D3AD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388BF7-932E-C295-48D3-B07CC6F59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CFDF-CFBE-4CBA-A48D-0C4859D2B30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48F35A-0728-FD5D-8505-5F9974683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4E491E-19CF-03EF-9844-3459588B2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595F3-828C-40B6-8344-E46007C41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437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5332FB-BEC1-9FB8-89A1-2434493375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B6B243-EFC7-C52D-92FB-49A82754D7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8E4CD3-D6E4-265A-F930-C5DF04807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CFDF-CFBE-4CBA-A48D-0C4859D2B30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55814-C6C1-D617-962C-868863ADC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6AED25-12C6-F225-0168-C65879173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595F3-828C-40B6-8344-E46007C41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742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D317CF-538B-8119-737B-18585945A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EF1A07-9804-BECE-4B94-ABAA5B5809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FB47F-0FD8-C2A2-8554-B05DC86996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01CFDF-CFBE-4CBA-A48D-0C4859D2B30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DBC9B5-67D3-9D11-4842-AD55EF4152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FB884C-CDA7-0CD1-8C42-E688240355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3595F3-828C-40B6-8344-E46007C41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05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CA0B3E0C-9679-A3ED-C547-54A6B6A4727C}"/>
              </a:ext>
            </a:extLst>
          </p:cNvPr>
          <p:cNvGrpSpPr/>
          <p:nvPr/>
        </p:nvGrpSpPr>
        <p:grpSpPr>
          <a:xfrm>
            <a:off x="3645876" y="1600200"/>
            <a:ext cx="4876800" cy="3657600"/>
            <a:chOff x="3645876" y="1600200"/>
            <a:chExt cx="4876800" cy="3657600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F03310F7-7ED5-2F99-7AB0-CBB60198256B}"/>
                </a:ext>
              </a:extLst>
            </p:cNvPr>
            <p:cNvGrpSpPr/>
            <p:nvPr/>
          </p:nvGrpSpPr>
          <p:grpSpPr>
            <a:xfrm>
              <a:off x="3645876" y="1600200"/>
              <a:ext cx="4876800" cy="3657600"/>
              <a:chOff x="3645876" y="1600200"/>
              <a:chExt cx="4876800" cy="3657600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468F3EA8-0F37-55E1-FB7B-035E7E83F8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645876" y="1600200"/>
                <a:ext cx="4876800" cy="3657600"/>
              </a:xfrm>
              <a:prstGeom prst="rect">
                <a:avLst/>
              </a:prstGeom>
            </p:spPr>
          </p:pic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EB43761-4DC5-9700-52B2-BE2A09F56EE7}"/>
                  </a:ext>
                </a:extLst>
              </p:cNvPr>
              <p:cNvSpPr txBox="1"/>
              <p:nvPr/>
            </p:nvSpPr>
            <p:spPr>
              <a:xfrm>
                <a:off x="6698382" y="2510609"/>
                <a:ext cx="170453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highlight>
                      <a:srgbClr val="FFFF00"/>
                    </a:highlight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Southern edge of large U in cliffs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E9780F9-BD87-7055-59D3-2CE4240F850B}"/>
                  </a:ext>
                </a:extLst>
              </p:cNvPr>
              <p:cNvSpPr txBox="1"/>
              <p:nvPr/>
            </p:nvSpPr>
            <p:spPr>
              <a:xfrm>
                <a:off x="3798784" y="3300574"/>
                <a:ext cx="170453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highlight>
                      <a:srgbClr val="FFFF00"/>
                    </a:highlight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North of Z1 boundary</a:t>
                </a:r>
              </a:p>
              <a:p>
                <a:r>
                  <a:rPr lang="en-US" sz="1200" dirty="0">
                    <a:highlight>
                      <a:srgbClr val="FFFF00"/>
                    </a:highlight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Do not include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42C5866D-72CD-F473-5089-B834954F413D}"/>
                  </a:ext>
                </a:extLst>
              </p:cNvPr>
              <p:cNvCxnSpPr/>
              <p:nvPr/>
            </p:nvCxnSpPr>
            <p:spPr>
              <a:xfrm>
                <a:off x="3706836" y="4311748"/>
                <a:ext cx="2377440" cy="0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21" name="Arrow: Down 20">
                <a:extLst>
                  <a:ext uri="{FF2B5EF4-FFF2-40B4-BE49-F238E27FC236}">
                    <a16:creationId xmlns:a16="http://schemas.microsoft.com/office/drawing/2014/main" id="{E4E6B7B3-1014-732D-BD20-C09C2E5095D2}"/>
                  </a:ext>
                </a:extLst>
              </p:cNvPr>
              <p:cNvSpPr/>
              <p:nvPr/>
            </p:nvSpPr>
            <p:spPr>
              <a:xfrm rot="10800000">
                <a:off x="7884942" y="3882683"/>
                <a:ext cx="253218" cy="584770"/>
              </a:xfrm>
              <a:prstGeom prst="downArrow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3B460AE-A78D-5784-26EF-DB3E1DBD3022}"/>
                  </a:ext>
                </a:extLst>
              </p:cNvPr>
              <p:cNvSpPr txBox="1"/>
              <p:nvPr/>
            </p:nvSpPr>
            <p:spPr>
              <a:xfrm>
                <a:off x="7814602" y="4558384"/>
                <a:ext cx="3938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</a:t>
                </a:r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9CCBAD7-C80E-F619-42F8-0D1BF8BB0301}"/>
                </a:ext>
              </a:extLst>
            </p:cNvPr>
            <p:cNvSpPr txBox="1"/>
            <p:nvPr/>
          </p:nvSpPr>
          <p:spPr>
            <a:xfrm>
              <a:off x="3894407" y="4558384"/>
              <a:ext cx="5931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highlight>
                    <a:srgbClr val="FFFF00"/>
                  </a:highlight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ZI</a:t>
              </a:r>
              <a:endParaRPr lang="en-US" sz="1400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93551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F720FAE-9439-8808-0211-F0E553D31C57}"/>
              </a:ext>
            </a:extLst>
          </p:cNvPr>
          <p:cNvCxnSpPr/>
          <p:nvPr/>
        </p:nvCxnSpPr>
        <p:spPr>
          <a:xfrm flipH="1">
            <a:off x="3198031" y="2449455"/>
            <a:ext cx="421666" cy="43588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B497E51-DDA4-198B-A32E-46591987710D}"/>
              </a:ext>
            </a:extLst>
          </p:cNvPr>
          <p:cNvGrpSpPr/>
          <p:nvPr/>
        </p:nvGrpSpPr>
        <p:grpSpPr>
          <a:xfrm>
            <a:off x="1966332" y="1711546"/>
            <a:ext cx="4191000" cy="3048000"/>
            <a:chOff x="2051613" y="1721021"/>
            <a:chExt cx="4191000" cy="304800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5CA527F-8D22-5F0F-6C9E-581A76B3F9FE}"/>
                </a:ext>
              </a:extLst>
            </p:cNvPr>
            <p:cNvGrpSpPr/>
            <p:nvPr/>
          </p:nvGrpSpPr>
          <p:grpSpPr>
            <a:xfrm>
              <a:off x="2051613" y="1721021"/>
              <a:ext cx="4191000" cy="3048000"/>
              <a:chOff x="2051613" y="1721021"/>
              <a:chExt cx="4191000" cy="3048000"/>
            </a:xfrm>
          </p:grpSpPr>
          <p:pic>
            <p:nvPicPr>
              <p:cNvPr id="2051" name="Picture 3">
                <a:extLst>
                  <a:ext uri="{FF2B5EF4-FFF2-40B4-BE49-F238E27FC236}">
                    <a16:creationId xmlns:a16="http://schemas.microsoft.com/office/drawing/2014/main" id="{1EE5FD17-9AD9-B6A1-3374-0B04126B357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51613" y="1721021"/>
                <a:ext cx="4191000" cy="3048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5F01D110-CE04-BD84-7000-E5FE5C675B64}"/>
                  </a:ext>
                </a:extLst>
              </p:cNvPr>
              <p:cNvGrpSpPr/>
              <p:nvPr/>
            </p:nvGrpSpPr>
            <p:grpSpPr>
              <a:xfrm>
                <a:off x="2160447" y="1871440"/>
                <a:ext cx="4082166" cy="1926206"/>
                <a:chOff x="2160447" y="1871440"/>
                <a:chExt cx="4082166" cy="1926206"/>
              </a:xfrm>
            </p:grpSpPr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B688D10D-E897-9AF3-C0B7-E948B67C8E09}"/>
                    </a:ext>
                  </a:extLst>
                </p:cNvPr>
                <p:cNvSpPr txBox="1"/>
                <p:nvPr/>
              </p:nvSpPr>
              <p:spPr>
                <a:xfrm>
                  <a:off x="2160447" y="1871440"/>
                  <a:ext cx="3472825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>
                      <a:highlight>
                        <a:srgbClr val="FFFF00"/>
                      </a:highlight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Boundary between ZI and ZII is at the drain-pipe and perpendicular to the cliff edge</a:t>
                  </a:r>
                </a:p>
              </p:txBody>
            </p:sp>
            <p:cxnSp>
              <p:nvCxnSpPr>
                <p:cNvPr id="10" name="Straight Connector 9">
                  <a:extLst>
                    <a:ext uri="{FF2B5EF4-FFF2-40B4-BE49-F238E27FC236}">
                      <a16:creationId xmlns:a16="http://schemas.microsoft.com/office/drawing/2014/main" id="{61C4B996-B84C-5C10-081D-FA9AA24E2802}"/>
                    </a:ext>
                  </a:extLst>
                </p:cNvPr>
                <p:cNvCxnSpPr>
                  <a:endCxn id="2051" idx="3"/>
                </p:cNvCxnSpPr>
                <p:nvPr/>
              </p:nvCxnSpPr>
              <p:spPr>
                <a:xfrm>
                  <a:off x="3363855" y="3216982"/>
                  <a:ext cx="2878758" cy="28039"/>
                </a:xfrm>
                <a:prstGeom prst="line">
                  <a:avLst/>
                </a:prstGeom>
                <a:ln w="38100"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E77CF841-5089-E950-0334-DF98F107BF5A}"/>
                    </a:ext>
                  </a:extLst>
                </p:cNvPr>
                <p:cNvSpPr txBox="1"/>
                <p:nvPr/>
              </p:nvSpPr>
              <p:spPr>
                <a:xfrm>
                  <a:off x="5755406" y="3428314"/>
                  <a:ext cx="42587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highlight>
                        <a:srgbClr val="FFFF00"/>
                      </a:highlight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ZI</a:t>
                  </a:r>
                </a:p>
              </p:txBody>
            </p: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BD807D3C-7E9E-2CDE-1B52-3168E69DA613}"/>
                    </a:ext>
                  </a:extLst>
                </p:cNvPr>
                <p:cNvSpPr txBox="1"/>
                <p:nvPr/>
              </p:nvSpPr>
              <p:spPr>
                <a:xfrm>
                  <a:off x="5718424" y="2762114"/>
                  <a:ext cx="46285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highlight>
                        <a:srgbClr val="FFFF00"/>
                      </a:highlight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ZII</a:t>
                  </a:r>
                  <a:endParaRPr lang="en-US" sz="1400" dirty="0">
                    <a:highlight>
                      <a:srgbClr val="FFFF00"/>
                    </a:highlight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F4FAB0C7-7531-4D9D-D6AD-1BE88CC0C35A}"/>
                </a:ext>
              </a:extLst>
            </p:cNvPr>
            <p:cNvCxnSpPr/>
            <p:nvPr/>
          </p:nvCxnSpPr>
          <p:spPr>
            <a:xfrm flipH="1">
              <a:off x="5495745" y="4385384"/>
              <a:ext cx="222678" cy="28427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C6ABCBB-1739-FA5C-BF29-ADDFA3FA85B3}"/>
                </a:ext>
              </a:extLst>
            </p:cNvPr>
            <p:cNvSpPr txBox="1"/>
            <p:nvPr/>
          </p:nvSpPr>
          <p:spPr>
            <a:xfrm>
              <a:off x="5692268" y="4087143"/>
              <a:ext cx="32272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93000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6BD809C2-B957-8FEA-A1B8-60994650616F}"/>
              </a:ext>
            </a:extLst>
          </p:cNvPr>
          <p:cNvGrpSpPr/>
          <p:nvPr/>
        </p:nvGrpSpPr>
        <p:grpSpPr>
          <a:xfrm>
            <a:off x="2335587" y="1439116"/>
            <a:ext cx="3886200" cy="2857500"/>
            <a:chOff x="2335587" y="1439116"/>
            <a:chExt cx="3886200" cy="2857500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C3C952CB-38F3-B6D8-8B55-96C29BF9A59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35587" y="1439116"/>
              <a:ext cx="3886200" cy="2857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CED2F0B-F52D-BBFA-1424-4C0BD80E5BBD}"/>
                </a:ext>
              </a:extLst>
            </p:cNvPr>
            <p:cNvGrpSpPr/>
            <p:nvPr/>
          </p:nvGrpSpPr>
          <p:grpSpPr>
            <a:xfrm>
              <a:off x="2415825" y="1593024"/>
              <a:ext cx="3805962" cy="2621893"/>
              <a:chOff x="2415825" y="1593024"/>
              <a:chExt cx="3805962" cy="2621893"/>
            </a:xfrm>
          </p:grpSpPr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814D532-C146-61CE-B66A-3703F75F0269}"/>
                  </a:ext>
                </a:extLst>
              </p:cNvPr>
              <p:cNvSpPr txBox="1"/>
              <p:nvPr/>
            </p:nvSpPr>
            <p:spPr>
              <a:xfrm>
                <a:off x="2415825" y="1593024"/>
                <a:ext cx="373396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highlight>
                      <a:srgbClr val="FFFF00"/>
                    </a:highlight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‘Area Closed’ sign marks the boundary between Zone II and Zone III</a:t>
                </a:r>
              </a:p>
            </p:txBody>
          </p:sp>
          <p:cxnSp>
            <p:nvCxnSpPr>
              <p:cNvPr id="3" name="Straight Connector 2">
                <a:extLst>
                  <a:ext uri="{FF2B5EF4-FFF2-40B4-BE49-F238E27FC236}">
                    <a16:creationId xmlns:a16="http://schemas.microsoft.com/office/drawing/2014/main" id="{00E6AA70-DF44-E6D1-C559-5E86C6D103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43986" y="3028213"/>
                <a:ext cx="1777801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7A480DB-244D-B991-BB7D-47407E6F50C9}"/>
                  </a:ext>
                </a:extLst>
              </p:cNvPr>
              <p:cNvSpPr txBox="1"/>
              <p:nvPr/>
            </p:nvSpPr>
            <p:spPr>
              <a:xfrm>
                <a:off x="2816568" y="3136049"/>
                <a:ext cx="151968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highlight>
                      <a:srgbClr val="FFFF00"/>
                    </a:highlight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Boundary is perpendicular to cliff edge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3C85D4E-DCF8-737D-8A92-E9906C4D83C7}"/>
                  </a:ext>
                </a:extLst>
              </p:cNvPr>
              <p:cNvSpPr txBox="1"/>
              <p:nvPr/>
            </p:nvSpPr>
            <p:spPr>
              <a:xfrm>
                <a:off x="4336248" y="3817072"/>
                <a:ext cx="5931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highlight>
                      <a:srgbClr val="FFFF00"/>
                    </a:highlight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ZII</a:t>
                </a:r>
                <a:endParaRPr lang="en-US" sz="1400" dirty="0">
                  <a:highlight>
                    <a:srgbClr val="FFFF00"/>
                  </a:highlight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DCCFABC-EB09-719F-90BD-0369E1ACF07D}"/>
                  </a:ext>
                </a:extLst>
              </p:cNvPr>
              <p:cNvSpPr txBox="1"/>
              <p:nvPr/>
            </p:nvSpPr>
            <p:spPr>
              <a:xfrm>
                <a:off x="4632821" y="2488456"/>
                <a:ext cx="5931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highlight>
                      <a:srgbClr val="FFFF00"/>
                    </a:highlight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ZIII</a:t>
                </a:r>
                <a:endParaRPr lang="en-US" sz="1400" dirty="0">
                  <a:highlight>
                    <a:srgbClr val="FFFF00"/>
                  </a:highlight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814486A9-A551-B03A-C65B-12AD8DAE33E4}"/>
                  </a:ext>
                </a:extLst>
              </p:cNvPr>
              <p:cNvCxnSpPr/>
              <p:nvPr/>
            </p:nvCxnSpPr>
            <p:spPr>
              <a:xfrm flipH="1">
                <a:off x="5446322" y="3930647"/>
                <a:ext cx="222678" cy="284270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7894522-0D54-7E7B-0B84-BE47A4F2D9E5}"/>
                  </a:ext>
                </a:extLst>
              </p:cNvPr>
              <p:cNvSpPr txBox="1"/>
              <p:nvPr/>
            </p:nvSpPr>
            <p:spPr>
              <a:xfrm>
                <a:off x="5642845" y="3632406"/>
                <a:ext cx="32272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60649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63792A66-FFEA-1E80-883A-8453F5400049}"/>
              </a:ext>
            </a:extLst>
          </p:cNvPr>
          <p:cNvGrpSpPr/>
          <p:nvPr/>
        </p:nvGrpSpPr>
        <p:grpSpPr>
          <a:xfrm>
            <a:off x="1223963" y="1182127"/>
            <a:ext cx="4191000" cy="3048000"/>
            <a:chOff x="1223963" y="1182127"/>
            <a:chExt cx="4191000" cy="3048000"/>
          </a:xfrm>
        </p:grpSpPr>
        <p:pic>
          <p:nvPicPr>
            <p:cNvPr id="4098" name="Picture 2">
              <a:extLst>
                <a:ext uri="{FF2B5EF4-FFF2-40B4-BE49-F238E27FC236}">
                  <a16:creationId xmlns:a16="http://schemas.microsoft.com/office/drawing/2014/main" id="{F3546929-4B92-ED1D-1D41-FA70FEC97D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23963" y="1182127"/>
              <a:ext cx="4191000" cy="304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E1C84297-E498-764C-6E13-B6DB35C81351}"/>
                </a:ext>
              </a:extLst>
            </p:cNvPr>
            <p:cNvGrpSpPr/>
            <p:nvPr/>
          </p:nvGrpSpPr>
          <p:grpSpPr>
            <a:xfrm>
              <a:off x="1626931" y="1437636"/>
              <a:ext cx="3733963" cy="2623377"/>
              <a:chOff x="1626931" y="1437636"/>
              <a:chExt cx="3733963" cy="2623377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908F766-BA58-E86B-5C79-168BF7825A29}"/>
                  </a:ext>
                </a:extLst>
              </p:cNvPr>
              <p:cNvSpPr txBox="1"/>
              <p:nvPr/>
            </p:nvSpPr>
            <p:spPr>
              <a:xfrm>
                <a:off x="1626931" y="1437636"/>
                <a:ext cx="373396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highlight>
                      <a:srgbClr val="FFFF00"/>
                    </a:highlight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Row of boulders at end of peninsula marks the eastern and southern boundary of ZIII</a:t>
                </a:r>
              </a:p>
            </p:txBody>
          </p:sp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565051AB-8618-81CD-EAF6-727BEB975B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73351" y="2753295"/>
                <a:ext cx="2703873" cy="43693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4A70934C-4174-4E44-509B-913EB68AF38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94040" y="3916278"/>
                <a:ext cx="332925" cy="144735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39E3961-60B0-330C-D0AC-DFE05F95A607}"/>
                  </a:ext>
                </a:extLst>
              </p:cNvPr>
              <p:cNvSpPr txBox="1"/>
              <p:nvPr/>
            </p:nvSpPr>
            <p:spPr>
              <a:xfrm>
                <a:off x="4386872" y="3650982"/>
                <a:ext cx="32272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EED755A-73E1-A124-1774-B6E042C3D821}"/>
                  </a:ext>
                </a:extLst>
              </p:cNvPr>
              <p:cNvSpPr txBox="1"/>
              <p:nvPr/>
            </p:nvSpPr>
            <p:spPr>
              <a:xfrm>
                <a:off x="2212270" y="3328891"/>
                <a:ext cx="5931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highlight>
                      <a:srgbClr val="FFFF00"/>
                    </a:highlight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ZIII</a:t>
                </a:r>
                <a:endParaRPr lang="en-US" sz="1400" dirty="0">
                  <a:highlight>
                    <a:srgbClr val="FFFF00"/>
                  </a:highlight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673912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693b5ba-4b18-4d7b-9341-f32f400a5494}" enabled="0" method="" siteId="{0693b5ba-4b18-4d7b-9341-f32f400a549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74</Words>
  <Application>Microsoft Office PowerPoint</Application>
  <PresentationFormat>Widescreen</PresentationFormat>
  <Paragraphs>17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Department of the Interior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Katayama, Taro</dc:creator>
  <cp:lastModifiedBy>Katayama, Taro</cp:lastModifiedBy>
  <cp:revision>1</cp:revision>
  <dcterms:created xsi:type="dcterms:W3CDTF">2026-04-02T18:17:36Z</dcterms:created>
  <dcterms:modified xsi:type="dcterms:W3CDTF">2026-04-02T19:05:16Z</dcterms:modified>
</cp:coreProperties>
</file>